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474720" cy="347472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مخطط علاقات الكيانات (ERD)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بيانات برنامج تشخيص مرض سرطان الجلد بشكل مبكر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Detection of Skin Cancer Program — Database ERD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الطالبة: سلمى محمد عيسى (Salma_97090)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الإشراف: د. محمد حجوز  |  الاختصاص: ذكاء صنعي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0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مخطط علاقات الكيانات — Entity Relationship Diagram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3317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0B274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2331720" cy="228600"/>
          </a:xfrm>
          <a:prstGeom prst="rect">
            <a:avLst/>
          </a:prstGeom>
          <a:solidFill>
            <a:srgbClr val="0B274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961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1247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الأطباء / المستخدمون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75488" y="1380744"/>
            <a:ext cx="211226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full_name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specialization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063240" y="868680"/>
            <a:ext cx="233172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63240" y="86868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0B2740"/>
          </a:solidFill>
          <a:ln/>
        </p:spPr>
      </p:sp>
      <p:sp>
        <p:nvSpPr>
          <p:cNvPr id="11" name="Shape 9"/>
          <p:cNvSpPr/>
          <p:nvPr/>
        </p:nvSpPr>
        <p:spPr>
          <a:xfrm>
            <a:off x="3063240" y="1097280"/>
            <a:ext cx="2331720" cy="228600"/>
          </a:xfrm>
          <a:prstGeom prst="rect">
            <a:avLst/>
          </a:prstGeom>
          <a:solidFill>
            <a:srgbClr val="0B2740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8961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63240" y="11247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المرضى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72968" y="1380744"/>
            <a:ext cx="211226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full_name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/ gender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skin_type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national_id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registered_by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60720" y="868680"/>
            <a:ext cx="23317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0" y="86868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0B2740"/>
          </a:solidFill>
          <a:ln/>
        </p:spPr>
      </p:sp>
      <p:sp>
        <p:nvSpPr>
          <p:cNvPr id="17" name="Shape 15"/>
          <p:cNvSpPr/>
          <p:nvPr/>
        </p:nvSpPr>
        <p:spPr>
          <a:xfrm>
            <a:off x="5760720" y="1097280"/>
            <a:ext cx="2331720" cy="228600"/>
          </a:xfrm>
          <a:prstGeom prst="rect">
            <a:avLst/>
          </a:prstGeom>
          <a:solidFill>
            <a:srgbClr val="0B2740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8961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760720" y="11247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الصور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70448" y="1380744"/>
            <a:ext cx="211226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patient_id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image_path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body_location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uploaded_by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458200" y="868680"/>
            <a:ext cx="260604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58200" y="86868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0B2740"/>
          </a:solidFill>
          <a:ln/>
        </p:spPr>
      </p:sp>
      <p:sp>
        <p:nvSpPr>
          <p:cNvPr id="23" name="Shape 21"/>
          <p:cNvSpPr/>
          <p:nvPr/>
        </p:nvSpPr>
        <p:spPr>
          <a:xfrm>
            <a:off x="8458200" y="1097280"/>
            <a:ext cx="2606040" cy="228600"/>
          </a:xfrm>
          <a:prstGeom prst="rect">
            <a:avLst/>
          </a:prstGeom>
          <a:solidFill>
            <a:srgbClr val="0B2740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200" y="8961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diagnosis_results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458200" y="11247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نتائج التحليل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567928" y="1380744"/>
            <a:ext cx="2386584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image_id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lesion_type_code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confidence_score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risk_level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model_version_id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doctor_notes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46120"/>
            <a:ext cx="23317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24612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0B2740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3474720"/>
            <a:ext cx="2331720" cy="228600"/>
          </a:xfrm>
          <a:prstGeom prst="rect">
            <a:avLst/>
          </a:prstGeom>
          <a:solidFill>
            <a:srgbClr val="0B2740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2735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audit_log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65760" y="3502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التدقيق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3758184"/>
            <a:ext cx="21122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user_id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063240" y="3246120"/>
            <a:ext cx="23317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063240" y="324612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0B2740"/>
          </a:solidFill>
          <a:ln/>
        </p:spPr>
      </p:sp>
      <p:sp>
        <p:nvSpPr>
          <p:cNvPr id="35" name="Shape 33"/>
          <p:cNvSpPr/>
          <p:nvPr/>
        </p:nvSpPr>
        <p:spPr>
          <a:xfrm>
            <a:off x="3063240" y="3474720"/>
            <a:ext cx="2331720" cy="228600"/>
          </a:xfrm>
          <a:prstGeom prst="rect">
            <a:avLst/>
          </a:prstGeom>
          <a:solidFill>
            <a:srgbClr val="0B2740"/>
          </a:solidFill>
          <a:ln/>
        </p:spPr>
      </p:sp>
      <p:sp>
        <p:nvSpPr>
          <p:cNvPr id="36" name="Text 34"/>
          <p:cNvSpPr/>
          <p:nvPr/>
        </p:nvSpPr>
        <p:spPr>
          <a:xfrm>
            <a:off x="3063240" y="32735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063240" y="3502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مواعيد المتابعة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172968" y="3758184"/>
            <a:ext cx="211226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patient_id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doctor_id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appointment_date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60720" y="3246120"/>
            <a:ext cx="23317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60720" y="324612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0B2740"/>
          </a:solidFill>
          <a:ln/>
        </p:spPr>
      </p:sp>
      <p:sp>
        <p:nvSpPr>
          <p:cNvPr id="41" name="Shape 39"/>
          <p:cNvSpPr/>
          <p:nvPr/>
        </p:nvSpPr>
        <p:spPr>
          <a:xfrm>
            <a:off x="5760720" y="3474720"/>
            <a:ext cx="2331720" cy="228600"/>
          </a:xfrm>
          <a:prstGeom prst="rect">
            <a:avLst/>
          </a:prstGeom>
          <a:solidFill>
            <a:srgbClr val="0B2740"/>
          </a:solidFill>
          <a:ln/>
        </p:spPr>
      </p:sp>
      <p:sp>
        <p:nvSpPr>
          <p:cNvPr id="42" name="Text 40"/>
          <p:cNvSpPr/>
          <p:nvPr/>
        </p:nvSpPr>
        <p:spPr>
          <a:xfrm>
            <a:off x="5760720" y="32735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lesion_types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760720" y="35021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مرجع فئات الآفات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870448" y="3758184"/>
            <a:ext cx="211226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code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name_ar / name_en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is_malignant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typical_share_percent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458200" y="324612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458200" y="324612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0B2740"/>
          </a:solidFill>
          <a:ln/>
        </p:spPr>
      </p:sp>
      <p:sp>
        <p:nvSpPr>
          <p:cNvPr id="47" name="Shape 45"/>
          <p:cNvSpPr/>
          <p:nvPr/>
        </p:nvSpPr>
        <p:spPr>
          <a:xfrm>
            <a:off x="8458200" y="3474720"/>
            <a:ext cx="2606040" cy="228600"/>
          </a:xfrm>
          <a:prstGeom prst="rect">
            <a:avLst/>
          </a:prstGeom>
          <a:solidFill>
            <a:srgbClr val="0B2740"/>
          </a:solidFill>
          <a:ln/>
        </p:spPr>
      </p:sp>
      <p:sp>
        <p:nvSpPr>
          <p:cNvPr id="48" name="Text 46"/>
          <p:cNvSpPr/>
          <p:nvPr/>
        </p:nvSpPr>
        <p:spPr>
          <a:xfrm>
            <a:off x="8458200" y="32735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model_versions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458200" y="35021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إصدارات النموذج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567928" y="3758184"/>
            <a:ext cx="23865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version_name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/ f1_score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760720" y="5166360"/>
            <a:ext cx="2331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760720" y="516636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0B2740"/>
          </a:solidFill>
          <a:ln/>
        </p:spPr>
      </p:sp>
      <p:sp>
        <p:nvSpPr>
          <p:cNvPr id="53" name="Shape 51"/>
          <p:cNvSpPr/>
          <p:nvPr/>
        </p:nvSpPr>
        <p:spPr>
          <a:xfrm>
            <a:off x="5760720" y="5394960"/>
            <a:ext cx="2331720" cy="228600"/>
          </a:xfrm>
          <a:prstGeom prst="rect">
            <a:avLst/>
          </a:prstGeom>
          <a:solidFill>
            <a:srgbClr val="0B2740"/>
          </a:solidFill>
          <a:ln/>
        </p:spPr>
      </p:sp>
      <p:sp>
        <p:nvSpPr>
          <p:cNvPr id="54" name="Text 52"/>
          <p:cNvSpPr/>
          <p:nvPr/>
        </p:nvSpPr>
        <p:spPr>
          <a:xfrm>
            <a:off x="5760720" y="5193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treatments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5760720" y="542239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خطط العلاج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870448" y="5678424"/>
            <a:ext cx="21122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diagnosis_id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6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treatment_type / status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697480" y="1714500"/>
            <a:ext cx="365760" cy="13716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V="1">
            <a:off x="5394960" y="1714500"/>
            <a:ext cx="365760" cy="13716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8092440" y="1714500"/>
            <a:ext cx="365760" cy="27432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9761220" y="3108960"/>
            <a:ext cx="914" cy="13716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 flipV="1">
            <a:off x="6926580" y="3108960"/>
            <a:ext cx="2834640" cy="13716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229100" y="2834640"/>
            <a:ext cx="914" cy="411480"/>
          </a:xfrm>
          <a:prstGeom prst="line">
            <a:avLst/>
          </a:prstGeom>
          <a:noFill/>
          <a:ln w="1587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1531620" y="2560320"/>
            <a:ext cx="914" cy="685800"/>
          </a:xfrm>
          <a:prstGeom prst="line">
            <a:avLst/>
          </a:prstGeom>
          <a:noFill/>
          <a:ln w="1587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926580" y="4846320"/>
            <a:ext cx="914" cy="3200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65" name="Shape 63"/>
          <p:cNvSpPr/>
          <p:nvPr/>
        </p:nvSpPr>
        <p:spPr>
          <a:xfrm flipV="1">
            <a:off x="7818120" y="3108960"/>
            <a:ext cx="2971800" cy="20574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2331720" y="2560320"/>
            <a:ext cx="1097280" cy="685800"/>
          </a:xfrm>
          <a:prstGeom prst="line">
            <a:avLst/>
          </a:prstGeom>
          <a:noFill/>
          <a:ln w="9525">
            <a:solidFill>
              <a:srgbClr val="94A3B8"/>
            </a:solidFill>
            <a:prstDash val="dash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365760" y="6537960"/>
            <a:ext cx="457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914400" y="6382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1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علاقة أساسية (One-to-Many)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931920" y="6537960"/>
            <a:ext cx="457200" cy="0"/>
          </a:xfrm>
          <a:prstGeom prst="line">
            <a:avLst/>
          </a:prstGeom>
          <a:noFill/>
          <a:ln w="1587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4480560" y="6382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1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علاقة ثانوية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492240" y="6537960"/>
            <a:ext cx="457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72" name="Text 70"/>
          <p:cNvSpPr/>
          <p:nvPr/>
        </p:nvSpPr>
        <p:spPr>
          <a:xfrm>
            <a:off x="7040880" y="6382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900" dirty="0">
                <a:solidFill>
                  <a:srgbClr val="1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علاقة مرجعية / اشتراطية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9692640" y="6382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= مفتاح أساسي   |   FK = مفتاح خارجي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0B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تفاصيل العلاقات بين الجداول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  <a:gridCol w="70408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العلاقة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النوع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الوصف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7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users → patients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1 : 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الطبيب يسجّل عدة مرضى (registered_by)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patients → images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1 : 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المريض قد يملك عدة صور جلدية (patient_id)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users → images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1 : 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الطبيب يرفع عدة صور (uploaded_by)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images → diagnosis_results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1 : 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الصورة تُحلَّل وقد يُعاد تحليلها لاحقاً (image_id)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lesion_types → diagnosis_results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1 : 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كل فئة آفة ترتبط بعدة نتائج تحليل (lesion_type_code)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model_versions → diagnosis_results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1 : 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كل إصدار نموذج ينتج عدة نتائج تحليل (model_version_id)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diagnosis_results → treatments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1 : 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نتيجة التحليل قد تستدعي خطة علاج أو أكثر (diagnosis_id)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patients → appointments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1 : 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المريض قد يملك عدة مواعيد متابعة (patient_id)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users → appointments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1 : 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الطبيب المسؤول عن الموعد (doctor_id)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users → audit_log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1 : 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كل عملية في النظام تُنسب لمستخدم (user_id)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ERD - Skin Cancer Detection Database</dc:title>
  <dc:subject>PptxGenJS Presentation</dc:subject>
  <dc:creator>Salma Mohammad Issa</dc:creator>
  <cp:lastModifiedBy>Salma Mohammad Issa</cp:lastModifiedBy>
  <cp:revision>1</cp:revision>
  <dcterms:created xsi:type="dcterms:W3CDTF">2026-07-07T21:29:34Z</dcterms:created>
  <dcterms:modified xsi:type="dcterms:W3CDTF">2026-07-07T21:29:34Z</dcterms:modified>
</cp:coreProperties>
</file>